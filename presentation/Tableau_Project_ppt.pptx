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A2A"/>
    <a:srgbClr val="000033"/>
    <a:srgbClr val="00205B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709" y="1057864"/>
            <a:ext cx="8229600" cy="719548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4348" y="1639769"/>
            <a:ext cx="78953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 dirty="0"/>
              <a:t>P</a:t>
            </a:r>
            <a:r>
              <a:rPr lang="en-US" sz="5400" dirty="0"/>
              <a:t>HARMACEUTICAL SALES ANALYSIS</a:t>
            </a:r>
            <a:endParaRPr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2867846" y="4264124"/>
            <a:ext cx="3408305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DCE3EA"/>
                </a:solidFill>
              </a:defRPr>
            </a:pPr>
            <a:r>
              <a:rPr lang="en-US" dirty="0"/>
              <a:t>      </a:t>
            </a:r>
            <a:r>
              <a:rPr dirty="0"/>
              <a:t>Presented by: </a:t>
            </a:r>
            <a:endParaRPr lang="en-US" dirty="0"/>
          </a:p>
          <a:p>
            <a:pPr>
              <a:defRPr sz="2800">
                <a:solidFill>
                  <a:srgbClr val="DCE3EA"/>
                </a:solidFill>
              </a:defRPr>
            </a:pPr>
            <a:r>
              <a:rPr dirty="0"/>
              <a:t>Muhammed Sinan T 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DCE3EA"/>
                </a:solidFill>
              </a:defRPr>
            </a:pPr>
            <a:r>
              <a:t>This analysis explores pharmaceutical sales data using Tableau.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Insights include sales trends, revenue by category, regional patterns,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payment method distribution, top medicines, and profit relationships.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DCE3EA"/>
                </a:solidFill>
              </a:defRPr>
            </a:pPr>
            <a:r>
              <a:t>Analyze sales trends over time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Identify best-selling medicines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Evaluate revenue by category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Study regional sales distribution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Understand customer payment behavior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Explore sales vs profit correlation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DATASET USED</a:t>
            </a:r>
          </a:p>
        </p:txBody>
      </p:sp>
      <p:pic>
        <p:nvPicPr>
          <p:cNvPr id="3" name="Picture 2" descr="Screenshot 2025-12-03 212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1417638"/>
            <a:ext cx="8593394" cy="503232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pic>
        <p:nvPicPr>
          <p:cNvPr id="3" name="Picture 2" descr="Screenshot 2025-12-03 205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9"/>
            <a:ext cx="8229600" cy="488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CRITERIA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DCE3EA"/>
                </a:solidFill>
              </a:defRPr>
            </a:pPr>
            <a:r>
              <a:t>Time-series sales evaluation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Category-wise revenue segmentation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Payment share analysis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Regional sales mapping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Ranking top medicines by sales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Sales-profit relationship study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DCE3EA"/>
                </a:solidFill>
              </a:defRPr>
            </a:pPr>
            <a:r>
              <a:t>Sales fluctuate but remain strong in peak periods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Pain Relief &amp; Antibiotics categories lead revenue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UPI and Wallet are widely used payment modes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Regional variations show growth opportunities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Ibuprofen, Calcium, and Insulin dominate medicine sales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t>Profit increases proportionally with total sales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DCE3EA"/>
                </a:solidFill>
              </a:defRPr>
            </a:pPr>
            <a:r>
              <a:rPr dirty="0"/>
              <a:t>Increase stock for high-demand medicines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rPr dirty="0"/>
              <a:t>Strengthen supply network in strong regions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rPr dirty="0"/>
              <a:t>Encourage digital payments for smoother transactions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rPr dirty="0"/>
              <a:t>Optimize pricing for better margins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rPr dirty="0"/>
              <a:t>Expand top-performing medicine lines</a:t>
            </a:r>
          </a:p>
          <a:p>
            <a:pPr>
              <a:defRPr sz="2200">
                <a:solidFill>
                  <a:srgbClr val="DCE3EA"/>
                </a:solidFill>
              </a:defRPr>
            </a:pPr>
            <a:r>
              <a:rPr dirty="0"/>
              <a:t>Continuously monitor KPIs via dashboards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REFERENCE</a:t>
            </a:r>
            <a:endParaRPr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2426"/>
            <a:ext cx="8229600" cy="3923737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bg1"/>
                </a:solidFill>
              </a:rPr>
              <a:t>Dataset: Provided pharmaceutical sales data</a:t>
            </a:r>
          </a:p>
          <a:p>
            <a:r>
              <a:rPr sz="2400" dirty="0">
                <a:solidFill>
                  <a:schemeClr val="bg1"/>
                </a:solidFill>
              </a:rPr>
              <a:t>Tools Used: Tableau</a:t>
            </a:r>
          </a:p>
          <a:p>
            <a:r>
              <a:rPr sz="2400" dirty="0">
                <a:solidFill>
                  <a:schemeClr val="bg1"/>
                </a:solidFill>
              </a:rPr>
              <a:t>Design Theme: Dashboard visuals create</a:t>
            </a:r>
            <a:r>
              <a:rPr lang="en-US" sz="2400" dirty="0">
                <a:solidFill>
                  <a:schemeClr val="bg1"/>
                </a:solidFill>
              </a:rPr>
              <a:t>d     </a:t>
            </a:r>
            <a:r>
              <a:rPr sz="2400" dirty="0">
                <a:solidFill>
                  <a:schemeClr val="bg1"/>
                </a:solidFill>
              </a:rPr>
              <a:t>from analysis</a:t>
            </a:r>
          </a:p>
          <a:p>
            <a:r>
              <a:rPr sz="2400" dirty="0">
                <a:solidFill>
                  <a:schemeClr val="bg1"/>
                </a:solidFill>
              </a:rPr>
              <a:t>Map Attribution: © OpenStreetMap &amp; </a:t>
            </a:r>
            <a:r>
              <a:rPr sz="2400" dirty="0" err="1">
                <a:solidFill>
                  <a:schemeClr val="bg1"/>
                </a:solidFill>
              </a:rPr>
              <a:t>Mapbox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352305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chemeClr val="bg1"/>
                </a:solidFill>
              </a:rPr>
              <a:t>THANK YOU</a:t>
            </a:r>
            <a:br>
              <a:rPr lang="en-IN" dirty="0"/>
            </a:b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203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</vt:lpstr>
      <vt:lpstr>INTRODUCTION</vt:lpstr>
      <vt:lpstr>OBJECTIVES</vt:lpstr>
      <vt:lpstr>DATASET USED</vt:lpstr>
      <vt:lpstr>DASHBOARD</vt:lpstr>
      <vt:lpstr>CRITERIA USED</vt:lpstr>
      <vt:lpstr>CONCLUSION</vt:lpstr>
      <vt:lpstr>SUGGESTIONS</vt:lpstr>
      <vt:lpstr>REFERENCE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Cnaan</dc:creator>
  <cp:keywords/>
  <dc:description>generated using python-pptx</dc:description>
  <cp:lastModifiedBy>Muhammed Sinan</cp:lastModifiedBy>
  <cp:revision>5</cp:revision>
  <dcterms:created xsi:type="dcterms:W3CDTF">2013-01-27T09:14:16Z</dcterms:created>
  <dcterms:modified xsi:type="dcterms:W3CDTF">2025-12-03T20:50:17Z</dcterms:modified>
  <cp:category/>
</cp:coreProperties>
</file>